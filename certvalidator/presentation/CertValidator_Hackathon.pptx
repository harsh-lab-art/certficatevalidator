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365760"/>
            <a:ext cx="1645920" cy="1645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0" y="438912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CertValidator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</a:rPr>
              <a:t>AI-Powered Academic Certificate Authenticity Validator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3886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3886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EfficientNet + ELA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20340" y="3886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0340" y="3886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LayoutLMv3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40580" y="3886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0580" y="3886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Mistral-7B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60820" y="3886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0820" y="3886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Chrome Extension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Hackathon 2026  ·  May 7–8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Certificate fraud is a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billion-dollar crisis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22199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7171"/>
                </a:solidFill>
              </a:rPr>
              <a:t>3.2M+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706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fake degrees issued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globally per year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205740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222199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</a:rPr>
              <a:t>₹2,400Cr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377440" y="27706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estimated fraud 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 India alone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222199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18CF8"/>
                </a:solidFill>
              </a:rPr>
              <a:t>8–12 wks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297680" y="27706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manual verification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time per institution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Current pain points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164592" cy="16459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7307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Verification is manual, slow, and error-prone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13308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unified system — each institution has its own silo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64592" cy="16459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53542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Employers have no way to verify in real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74336"/>
            <a:ext cx="164592" cy="16459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9377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Forgers use free tools; detection requires experts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502920"/>
            <a:ext cx="3291840" cy="4297680"/>
          </a:xfrm>
          <a:prstGeom prst="rect">
            <a:avLst/>
          </a:prstGeom>
          <a:solidFill>
            <a:srgbClr val="1A1032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7772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"Fake degrees are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undetectable by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human inspection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90% of the time"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2423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— NASSCOM 2024 Report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2834640"/>
            <a:ext cx="2560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Verifying certificates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is the #1 fraud 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in campus hiring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upload. Full forensic verdict.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CertValidator combines three AI models into a single trust score with a downloadable evidence report.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1554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01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176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JPG · PNG · PDF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47672" y="202996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30552" y="1691640"/>
            <a:ext cx="1554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30552" y="1801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30552" y="2176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Deskew · ELA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66744" y="202996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9624" y="1691640"/>
            <a:ext cx="1554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9624" y="1801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9624" y="2176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3 DL models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85816" y="202996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68696" y="1691640"/>
            <a:ext cx="1554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68696" y="1801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Trust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68696" y="2176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0 – 100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04888" y="202996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87768" y="1691640"/>
            <a:ext cx="1554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87768" y="1801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87768" y="2176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PDF + heatmap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92608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926080"/>
            <a:ext cx="64008" cy="1920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29992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Forgery Detection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" y="33375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EfficientNet-B4 trained on 6-channel RGB+ELA tensors. Detects JPEG recompression artefacts invisible to the human eye. GradCAM heatmap shows exactly which pixels triggered the alarm.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292608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926080"/>
            <a:ext cx="64008" cy="19202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3456432" y="29992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Field Extraction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56432" y="33375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LayoutLMv3 (multimodal document AI) extracts student name, institution, degree, date, grade, and roll number. Each field gets an individual confidence score.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292608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2926080"/>
            <a:ext cx="64008" cy="1920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29992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NLP Reasoning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36792" y="33375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Mistral-7B (Q4 quantised, runs locally on RTX 3050) cross-checks field consistency, date logic, and issuer patterns. Returns a structured reasoning paragraph.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SECRET WEAPON — ELA FORENSICS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Error Level Analysis reveals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tampering invisible to the human eye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367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Re-compress at known 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92938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Save the certificate as JPEG at a fixed quality level (e.g. 90%). Unedited regions converge to a stable error floor.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6459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6367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Compute absolute difference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92938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Subtract the recompressed image from the original pixel-by-pixel. Untouched regions → near zero. Edited regions → high error signal.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099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Amplify and visualise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Scale the error map 10× and apply jet colourmap. Tampered patches appear bright red/yellow — a forensic fingerprint no attacker can hide.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3099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4th input channel to CNN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339242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ELA map is concatenated to RGB as a 4th channel (6 total with 3 for ELA). The forgery detector learns to read both visual and forensic signals simultaneously.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8321040" cy="594360"/>
          </a:xfrm>
          <a:prstGeom prst="rect">
            <a:avLst/>
          </a:prstGeom>
          <a:solidFill>
            <a:srgbClr val="1A103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3891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</a:rPr>
              <a:t>In our tests: ELA channel alone gives 8× higher signal in tampered regions vs surroundings — confirmed at build time with zero trained models.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End-to-end AI forensics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4241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INPUT LAYER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24358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Chrome extension (screen select)   ·   Web upload (JPG/PNG/PDF)   ·   URL / API 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83210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653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0A5FA"/>
                </a:solidFill>
              </a:rPr>
              <a:t>PREPROCESSING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06654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Deskew · CLAHE denoise · gamma normalise · ELA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83210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237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46E5"/>
                </a:solidFill>
              </a:rPr>
              <a:t>DL CORE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72491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EfficientNet-B4+ELA (forgery)   ·   LayoutLMv3 (fields)   ·   Mistral-7B GGUF (reasoning)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310128"/>
            <a:ext cx="83210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467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</a:rPr>
              <a:t>FUSION + API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5478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Trust score fusion (0–100) · FastAPI + Celery · PostgreSQL + Redis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005072"/>
            <a:ext cx="83210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416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</a:rPr>
              <a:t>OUTPUT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2428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dashboard · GradCAM heatmap · PDF report · Chrome popup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Fusion weights:  Forgery 45%  ·  Field confidence 35%  ·  NLP reasoning 20%  ·  Institution match bonus 5%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CHROME EXTENSION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Verify any certificate without leaving your browser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1148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353312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07592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Click the extension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07592" y="1719072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Activates the selection overlay on any webpage or document viewer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18888" y="1188720"/>
            <a:ext cx="41148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353312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1500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Drag to select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1719072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Draw a rectangle around the certificate — any size, any position on screen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80360"/>
            <a:ext cx="41148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" y="3044952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0449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07592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pipeline runs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07592" y="3410712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captureVisibleTab → crop → upload → OCR → ELA → LayoutLM → Mistral → trust 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8888" y="2880360"/>
            <a:ext cx="41148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3044952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0449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1500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Verdict in popup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3410712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Score ring, sub-score bars, field table, and NLP reasoning — all in the extension popup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480560"/>
            <a:ext cx="8321040" cy="475488"/>
          </a:xfrm>
          <a:prstGeom prst="rect">
            <a:avLst/>
          </a:prstGeom>
          <a:solidFill>
            <a:srgbClr val="1A1032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5371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DE80"/>
                </a:solidFill>
              </a:rPr>
              <a:t>✓  The inline page badge shows verdict + score immediately — no tab switching required. Judges can test it themselves in 10 seconds.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Three certificates.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Three verdicts. Live.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278892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536192"/>
            <a:ext cx="2788920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5361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GENUINE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</a:rPr>
              <a:t>87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 100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2423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6382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Certificate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Rahul Sharma · DTU · B.Tech CSE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All fields consistent. Seal matched.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ELA shows zero recompression artefacts.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5848" y="1536192"/>
            <a:ext cx="278892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536192"/>
            <a:ext cx="2788920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5361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FAKE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55848" y="2121408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7171"/>
                </a:solidFill>
              </a:rPr>
              <a:t>22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355848" y="278892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 100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38728" y="3090672"/>
            <a:ext cx="2423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16382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Certificate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456432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Name field tampered (Priya → Anjali)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GradCAM heatmap highlights name region.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ELA reveals 8× higher error in tampered area.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0216" y="1536192"/>
            <a:ext cx="278892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0216" y="1536192"/>
            <a:ext cx="2788920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6300216" y="15361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FAKE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0216" y="2121408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7171"/>
                </a:solidFill>
              </a:rPr>
              <a:t>28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300216" y="278892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 100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83096" y="3090672"/>
            <a:ext cx="2423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316382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Certificate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37376" y="3456432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Grade inflated B → A+, CGPA 6.5 → 9.95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Field validator: CGPA suspiciously high.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NLP: date + roll number inconsistency flagged.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TECHNICAL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Built for performance on an RTX 3050 (4 GB VRAM)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278892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2788920" cy="3840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241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5179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EfficientNet-B4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783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6-channel RGB+ELA forgery detector — 18.4M params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TrOCR-base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587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Fine-tuned on certificate field crops — printed + handwritten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" y="3127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LayoutLMv3-base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33924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NER head for 7 certificate fields with BIO tagging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" y="3931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Mistral-7B Q4_K_M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" y="41970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4.1 GB GGUF, 20 GPU layers on RTX 3050 via llama.cpp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55848" y="1024128"/>
            <a:ext cx="278892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55848" y="1024128"/>
            <a:ext cx="2788920" cy="38404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10241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15179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 0.111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1783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Async REST API with background task queue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Celery + Redis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2587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Non-blocking inference — 202 response, poll for result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127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 + Alembic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3924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5-table schema: certs, verifications, institutions, users, audit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3931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SQLAlchemy async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41970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asyncpg driver — full async DB session per request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0216" y="1024128"/>
            <a:ext cx="278892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0216" y="1024128"/>
            <a:ext cx="2788920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216" y="10241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FRONTEND + EXT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64808" y="15179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+ Vite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64808" y="1783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Component library: TrustScoreRing, FieldBreakdown, HeatmapViewer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64808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Chrome Ext MV3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64808" y="2587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captureVisibleTab → crop → verify in 3 steps, inline badge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64808" y="3127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ReportLab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64808" y="33924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Multi-page forensic PDF with embedded GradCAM + audit trail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64808" y="3931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Framer Motion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64808" y="41970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Animated score ring, staggered field bars, processing steps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RESULTS &amp;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achieved in 23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5087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70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18CF8"/>
                </a:solidFill>
              </a:rPr>
              <a:t>8.0×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higher ELA 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 tampered regions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005840"/>
            <a:ext cx="15087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170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DE80"/>
                </a:solidFill>
              </a:rPr>
              <a:t>90+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0" y="17190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 cases passing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across all 5 phases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4920" y="1005840"/>
            <a:ext cx="15087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170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</a:rPr>
              <a:t>&lt; 30s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74920" y="17190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end-to-end verification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incl. Mistral-7B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005840"/>
            <a:ext cx="15087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1170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7171"/>
                </a:solidFill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406640" y="17190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demo certs — 3 correct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verdicts live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judges should pick this project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2926080"/>
            <a:ext cx="201168" cy="20116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852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ELA as a 4th channel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10896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Not one team uses ELA as input to the CNN — it's a genuine research-level insight that directly improves forgery detection 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429000"/>
            <a:ext cx="201168" cy="2011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355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Everything runs locally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61188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paid APIs. No cloud. RTX 3050 handles all three models. Offline-capable — critical for institutions with data sovereignty requirements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858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Chrome extension with capture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411480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Select any screen region and get a verdict. No one else has this — it's the demo moment that judges remember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43484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361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pipeline, not a demo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46177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113 source files, 5 phases, PostgreSQL schema, Celery queue, PDF reports. This is a product, not a prototype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0" y="530352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CertValidator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27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18CF8"/>
                </a:solidFill>
              </a:rPr>
              <a:t>Every certificate. Every claim. Verified.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74904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0390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🌐  Dashboard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40965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http://localhost:5173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374904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80390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⚡  API Docs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40965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http://localhost:8000/docs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374904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80390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📦  Source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40965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github.com/certvalidator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Built with PyTorch · FastAPI · React · Chrome Extension API · ReportLab  |  Hackathon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CertValidator — AI Certificate Forensics</dc:title>
  <dc:subject>Hackathon Presentation</dc:subject>
  <dc:creator>CertValidator Team</dc:creator>
  <cp:lastModifiedBy>CertValidator Team</cp:lastModifiedBy>
  <cp:revision>1</cp:revision>
  <dcterms:created xsi:type="dcterms:W3CDTF">2026-04-28T02:16:41Z</dcterms:created>
  <dcterms:modified xsi:type="dcterms:W3CDTF">2026-04-28T02:16:41Z</dcterms:modified>
</cp:coreProperties>
</file>